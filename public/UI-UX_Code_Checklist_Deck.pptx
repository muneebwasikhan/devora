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this as the non-visual companion checklist — code, devtools and behavior, not the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Markup that means what it says, before any styling is applied.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checks a screen reader or keyboard-only user would actually hit.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 is a feature — measured, not guessed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codebase, correct behavior everywhere it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happens under the hood when data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logic behind the fields, not just their appearance.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app does when something goes wrong underneath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checks that protect users and their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search engines and link previews see that a person never notices.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Whether the next person to touch this code will thank you or curse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Confidence that it keeps working after the next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3258517"/>
            <a:ext cx="1605930" cy="593378"/>
          </a:xfrm>
          <a:prstGeom prst="roundRect">
            <a:avLst>
              <a:gd name="adj" fmla="val 50000"/>
            </a:avLst>
          </a:prstGeom>
          <a:solidFill>
            <a:srgbClr val="FFF2EB"/>
          </a:solidFill>
          <a:ln/>
        </p:spPr>
      </p:sp>
      <p:sp>
        <p:nvSpPr>
          <p:cNvPr id="3" name="Text 1"/>
          <p:cNvSpPr/>
          <p:nvPr/>
        </p:nvSpPr>
        <p:spPr>
          <a:xfrm>
            <a:off x="1257300" y="3353767"/>
            <a:ext cx="1263030" cy="440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Reference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2787030" y="3258517"/>
            <a:ext cx="3004542" cy="593378"/>
          </a:xfrm>
          <a:prstGeom prst="roundRect">
            <a:avLst>
              <a:gd name="adj" fmla="val 50000"/>
            </a:avLst>
          </a:prstGeom>
          <a:ln w="9525">
            <a:solidFill>
              <a:srgbClr val="C671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06105" y="3363292"/>
            <a:ext cx="265652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C6713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Single-page web apps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4270995"/>
            <a:ext cx="1609344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7200" spc="-108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The UI/UX Code Checklist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47750" y="5573985"/>
            <a:ext cx="8241030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non-visual companion to the visual checklist — things you can only judge by reading the code, opening devtools, or testing behavior.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52016" cy="536228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47216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890266" y="952500"/>
            <a:ext cx="8821728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Semantic HTML &amp; Structure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Markup that means what it says, before any styling is applied.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786483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Correct heading order.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73643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H1 through H6 nest in order, with no levels skipped just to get a font size.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692243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Landmarks present.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64819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&lt;header&gt;, &lt;nav&gt;, &lt;main&gt;, &lt;footer&gt; describe the page's regions.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591806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Native elements over divs.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55414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Buttons are &lt;button&gt;, links are &lt;a&gt;, lists are &lt;ul&gt;/&lt;ol&gt;.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526420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Valid, well-formed markup.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49292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Tags are closed, nesting is legal, no duplicate IDs.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4823296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737571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Meaningful DOM order.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5149974"/>
            <a:ext cx="6107728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DOM order matches the order content should be read or tabbed through.</a:t>
            </a:r>
            <a:endParaRPr lang="en-US" sz="17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88032" cy="536228"/>
          </a:xfrm>
          <a:prstGeom prst="ellipse">
            <a:avLst/>
          </a:prstGeom>
          <a:solidFill>
            <a:srgbClr val="F0FAE1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8323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26282" y="952500"/>
            <a:ext cx="8037798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Accessibility (Code-Level)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checks a screen reader or keyboard-only user would actually hit.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Full keyboard operability.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6950456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Every interactive element is reachable and usable with Tab, Enter and Space alone.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711831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ARIA used correctly, not excessively.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66653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Roles and attributes only appear where native semantics fall short.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4063231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977506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Alt text on images.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389909"/>
            <a:ext cx="6468963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Meaningful images have descriptive alt text; decorative ones are marked alt="".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4063231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977506"/>
            <a:ext cx="731296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Live regions for dynamic updates.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389909"/>
            <a:ext cx="68475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Content that changes without a reload announces itself via aria-live.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5414739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329014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Form labels wired up.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5741417"/>
            <a:ext cx="6357673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Every input has a programmatically associated &lt;label&gt;, not just adjacent text.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9477375" y="5414739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22" name="Text 20"/>
          <p:cNvSpPr/>
          <p:nvPr/>
        </p:nvSpPr>
        <p:spPr>
          <a:xfrm>
            <a:off x="9801225" y="5329014"/>
            <a:ext cx="606025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keyboard traps.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801225" y="5741417"/>
            <a:ext cx="56745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Focus can always move out of a modal, menu, or widget.</a:t>
            </a:r>
            <a:endParaRPr lang="en-US" sz="17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84312" cy="536228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7951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22562" y="952500"/>
            <a:ext cx="4004943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Performance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Speed is a feature — measured, not guessed at.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753774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Fast initial load.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70580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Core Web Vitals (LCP, CLS, INP) sit within Google's "good" thresholds.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layout shift.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7242556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Images, ads and embeds reserve their space so content doesn't jump as it loads.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4063231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977506"/>
            <a:ext cx="745474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Images optimized and sized.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389909"/>
            <a:ext cx="69803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Assets are compressed, modern formats, served at display resolution.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4063231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977506"/>
            <a:ext cx="743935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Code-split and lazy-loaded.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389909"/>
            <a:ext cx="69659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Below-the-fold content and rarely-used code don't block first render.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5119018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033293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memory leaks.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5445696"/>
            <a:ext cx="7179706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Long sessions don't grow unbounded — listeners and subscriptions are cleaned up.</a:t>
            </a:r>
            <a:endParaRPr 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703362" cy="536228"/>
          </a:xfrm>
          <a:prstGeom prst="ellipse">
            <a:avLst/>
          </a:prstGeom>
          <a:solidFill>
            <a:srgbClr val="F0FAE1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9856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41612" y="952500"/>
            <a:ext cx="823818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Responsive &amp; Cross-Device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codebase, correct behavior everywhere it runs.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626448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Works across breakpoints.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5865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Layout holds up from small phones to ultra-wide monitors.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669602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Cross-browser tested.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62699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Behavior is verified in the browsers the audience actually uses.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612688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Touch and pointer both supported.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57369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Hover-only interactions have a touch-friendly equivalent.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652543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Handles offline/slow network.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61101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app degrades gracefully rather than hanging or crashing.</a:t>
            </a:r>
            <a:endParaRPr lang="en-US" sz="17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91902" cy="536228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8710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30152" y="952500"/>
            <a:ext cx="6937578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State &amp; Data Handling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happens under the hood when data changes.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743656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Single source of truth.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69633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Shared state lives in one place; UI doesn't drift out of sync with itself.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533304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State survives refresh where expected.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49936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In-progress work persists as the product requires.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648909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Race conditions handled.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6076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Out-of-order network responses can't overwrite newer data.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738385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stale caches.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69139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Cached data is invalidated or revalidated when it changes elsewhere.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4823296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737571"/>
            <a:ext cx="607105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Optimistic updates roll back.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5149974"/>
            <a:ext cx="56847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failed optimistic change reverts cleanly with feedback.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89670" cy="536228"/>
          </a:xfrm>
          <a:prstGeom prst="ellipse">
            <a:avLst/>
          </a:prstGeom>
          <a:solidFill>
            <a:srgbClr val="F0FAE1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8487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27920" y="952500"/>
            <a:ext cx="6034876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Forms &amp; Validation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logic behind the fields, not just their appearance.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666164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Client and server validation agree.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62377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server never accepts what the client would have rejected.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803264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data loss on error.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75214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failed submit preserves what the user typed instead of clearing the form.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660614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Input sanitized before use.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61857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User input is validated and escaped before storage or display.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580617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Idempotent submission.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54366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Double-clicking submit can't create duplicate records.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4823296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737571"/>
            <a:ext cx="733007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Debounced/throttled where needed.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5149974"/>
            <a:ext cx="68636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Autosave and search-as-you-type don't fire a request per keystroke.</a:t>
            </a:r>
            <a:endParaRPr lang="en-US" sz="1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82675" cy="536228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7787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07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20925" y="952500"/>
            <a:ext cx="8718099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Error Handling &amp; Resilience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the app does when something goes wrong underneath it.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639258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Errors are caught, not thrown to a blank screen.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57505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Error boundaries stop one failure from breaking the page.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503468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Retries are bounded.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471429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Automatic retries back off and eventually stop.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Network failures are handled.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6369629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Timeouts, 4xx/5xx responses and dropped connections all have defined behavior.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781375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Errors are logged.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7316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Failures reach a monitoring tool with enough context to reproduce them.</a:t>
            </a:r>
            <a:endParaRPr lang="en-US" sz="1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701725" cy="536228"/>
          </a:xfrm>
          <a:prstGeom prst="ellipse">
            <a:avLst/>
          </a:prstGeom>
          <a:solidFill>
            <a:srgbClr val="F0FAE1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969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08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39975" y="952500"/>
            <a:ext cx="2665132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Security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baseline checks that protect users and their data.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651864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Output is escaped.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61038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User-generated content can't inject scripts or markup (XSS).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476636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Secrets never shipped to the client.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41514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API keys and credentials stay server-side.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616338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Auth and permissions enforced server-side.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57711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Hiding a button is never the only protection for an action.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667957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HTTPS and secure cookies.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62545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Traffic is encrypted; session cookies are HttpOnly and Secure.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4823296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737571"/>
            <a:ext cx="539681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Dependencies kept current.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5149974"/>
            <a:ext cx="50533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known-vulnerable packages sitting unpatched.</a:t>
            </a:r>
            <a:endParaRPr lang="en-US" sz="17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89670" cy="536228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8487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09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27920" y="952500"/>
            <a:ext cx="3631272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SEO &amp; Meta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search engines and link previews see that a person never notices.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583187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Unique title and meta description per page.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42618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Nothing ships the default template values.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593951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Open Graph / share previews set.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55615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Shared links show the right title, image and description.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769351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Crawlable content.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72039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Key content is present in the initial HTML, not only rendered client-side.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Canonical URLs and sitemap.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6784747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Duplicate content points at one canonical URL; a sitemap lists what to index.</a:t>
            </a:r>
            <a:endParaRPr lang="en-US" sz="17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52016" cy="536228"/>
          </a:xfrm>
          <a:prstGeom prst="ellipse">
            <a:avLst/>
          </a:prstGeom>
          <a:solidFill>
            <a:srgbClr val="F0FAE1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47216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10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890266" y="952500"/>
            <a:ext cx="9681947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Code Quality &amp; Maintainability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Whether the next person to touch this code will thank you or curse you.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662292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Consistent conventions.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62014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Naming, file structure and formatting follow one agreed style.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695779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Reasonable component boundaries.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65150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Logic is split where it makes sense, not one file doing everything.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737714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dead code.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69076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Unused components, flags and commented-out blocks are removed.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759127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Linting and type checks pass.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710819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build is clean — no suppressed warnings papering over real issues.</a:t>
            </a:r>
            <a:endParaRPr lang="en-US" sz="17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595685" cy="536228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29088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833935" y="952500"/>
            <a:ext cx="6378587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Testing &amp; Reliability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Confidence that it keeps working after the next change.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689280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Critical paths covered by tests.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64541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Checkout, auth, and other core flows have automated coverage.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731714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CI runs before merge.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68515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Tests and checks run automatically, not manually and inconsistently.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Edge cases considered.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6360738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Empty data, huge data, slow networks and malformed input are all exercised.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767059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Rollback plan exists.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71824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bad deploy can be reverted quickly, not fixed forward under pressure.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2026-07-18T07:53:30Z</dcterms:created>
  <dcterms:modified xsi:type="dcterms:W3CDTF">2026-07-18T07:53:30Z</dcterms:modified>
</cp:coreProperties>
</file>